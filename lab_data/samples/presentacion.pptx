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heet1.xml"/></Relationships>
</file>

<file path=ppt/slides/slide1.xml><?xml version="1.0" encoding="UTF-8" standalone="yes"?><p:sld xmlns:p="http://schemas.openxmlformats.org/presentationml/2006/main"><p:cSld><p:spTree><p:nvGrpSpPr><p:nvPr><p:cNvPr id="1" name=""/></p:nvPr></p:nvGrpSpPr><p:grpSpPr><a:xfrm xmlns:a="http://schemas.openxmlformats.org/drawingml/2006/main"><a:off x="0" y="0"/><a:ext cx="0" cy="0"/></a:xfrm></p:grpSpPr><p:sp><p:nvSpPr><p:cNvPr id="2" name="Title"/><p:nvSpPrType spPr="true"/></p:nvSpPr><p:spPr><a:xfrm xmlns:a="http://schemas.openxmlformats.org/drawingml/2006/main"><a:off x="685800" y="457200"/><a:ext cx="7772400" cy="1219200"/></a:xfrm></p:spPr><p:txBody><a:bodyPr/><a:p><a:r><a:rPr lang="es-AR" sz="4400"/><a:t>Malware Lab</a:t></a:r></a:p></p:txBody></p:sp></p:spTree></p:cSld></p:sld>
</file>